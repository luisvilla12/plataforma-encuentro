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32399288" cy="432006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8133A"/>
    <a:srgbClr val="BA864A"/>
    <a:srgbClr val="B816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7" d="100"/>
          <a:sy n="17" d="100"/>
        </p:scale>
        <p:origin x="313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29947" y="7070108"/>
            <a:ext cx="27539395" cy="15040222"/>
          </a:xfrm>
        </p:spPr>
        <p:txBody>
          <a:bodyPr anchor="b"/>
          <a:lstStyle>
            <a:lvl1pPr algn="ctr">
              <a:defRPr sz="21259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049911" y="22690338"/>
            <a:ext cx="24299466" cy="10430151"/>
          </a:xfrm>
        </p:spPr>
        <p:txBody>
          <a:bodyPr/>
          <a:lstStyle>
            <a:lvl1pPr marL="0" indent="0" algn="ctr">
              <a:buNone/>
              <a:defRPr sz="8504"/>
            </a:lvl1pPr>
            <a:lvl2pPr marL="1619951" indent="0" algn="ctr">
              <a:buNone/>
              <a:defRPr sz="7086"/>
            </a:lvl2pPr>
            <a:lvl3pPr marL="3239902" indent="0" algn="ctr">
              <a:buNone/>
              <a:defRPr sz="6378"/>
            </a:lvl3pPr>
            <a:lvl4pPr marL="4859853" indent="0" algn="ctr">
              <a:buNone/>
              <a:defRPr sz="5669"/>
            </a:lvl4pPr>
            <a:lvl5pPr marL="6479804" indent="0" algn="ctr">
              <a:buNone/>
              <a:defRPr sz="5669"/>
            </a:lvl5pPr>
            <a:lvl6pPr marL="8099755" indent="0" algn="ctr">
              <a:buNone/>
              <a:defRPr sz="5669"/>
            </a:lvl6pPr>
            <a:lvl7pPr marL="9719706" indent="0" algn="ctr">
              <a:buNone/>
              <a:defRPr sz="5669"/>
            </a:lvl7pPr>
            <a:lvl8pPr marL="11339657" indent="0" algn="ctr">
              <a:buNone/>
              <a:defRPr sz="5669"/>
            </a:lvl8pPr>
            <a:lvl9pPr marL="12959608" indent="0" algn="ctr">
              <a:buNone/>
              <a:defRPr sz="5669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8CC9A-6EF8-4CC1-99DE-9957FB4ED3A6}" type="datetimeFigureOut">
              <a:rPr lang="es-MX" smtClean="0"/>
              <a:t>05/03/2026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80BF9-F426-49F0-850A-28B43F6EB11F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6965708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8CC9A-6EF8-4CC1-99DE-9957FB4ED3A6}" type="datetimeFigureOut">
              <a:rPr lang="es-MX" smtClean="0"/>
              <a:t>05/03/2026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80BF9-F426-49F0-850A-28B43F6EB11F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2053311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10578" y="10770172"/>
            <a:ext cx="27944386" cy="17970262"/>
          </a:xfrm>
        </p:spPr>
        <p:txBody>
          <a:bodyPr anchor="b"/>
          <a:lstStyle>
            <a:lvl1pPr>
              <a:defRPr sz="21259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10578" y="28910440"/>
            <a:ext cx="27944386" cy="9450136"/>
          </a:xfrm>
        </p:spPr>
        <p:txBody>
          <a:bodyPr/>
          <a:lstStyle>
            <a:lvl1pPr marL="0" indent="0">
              <a:buNone/>
              <a:defRPr sz="8504">
                <a:solidFill>
                  <a:schemeClr val="tx1">
                    <a:tint val="82000"/>
                  </a:schemeClr>
                </a:solidFill>
              </a:defRPr>
            </a:lvl1pPr>
            <a:lvl2pPr marL="1619951" indent="0">
              <a:buNone/>
              <a:defRPr sz="7086">
                <a:solidFill>
                  <a:schemeClr val="tx1">
                    <a:tint val="82000"/>
                  </a:schemeClr>
                </a:solidFill>
              </a:defRPr>
            </a:lvl2pPr>
            <a:lvl3pPr marL="3239902" indent="0">
              <a:buNone/>
              <a:defRPr sz="6378">
                <a:solidFill>
                  <a:schemeClr val="tx1">
                    <a:tint val="82000"/>
                  </a:schemeClr>
                </a:solidFill>
              </a:defRPr>
            </a:lvl3pPr>
            <a:lvl4pPr marL="4859853" indent="0">
              <a:buNone/>
              <a:defRPr sz="5669">
                <a:solidFill>
                  <a:schemeClr val="tx1">
                    <a:tint val="82000"/>
                  </a:schemeClr>
                </a:solidFill>
              </a:defRPr>
            </a:lvl4pPr>
            <a:lvl5pPr marL="6479804" indent="0">
              <a:buNone/>
              <a:defRPr sz="5669">
                <a:solidFill>
                  <a:schemeClr val="tx1">
                    <a:tint val="82000"/>
                  </a:schemeClr>
                </a:solidFill>
              </a:defRPr>
            </a:lvl5pPr>
            <a:lvl6pPr marL="8099755" indent="0">
              <a:buNone/>
              <a:defRPr sz="5669">
                <a:solidFill>
                  <a:schemeClr val="tx1">
                    <a:tint val="82000"/>
                  </a:schemeClr>
                </a:solidFill>
              </a:defRPr>
            </a:lvl6pPr>
            <a:lvl7pPr marL="9719706" indent="0">
              <a:buNone/>
              <a:defRPr sz="5669">
                <a:solidFill>
                  <a:schemeClr val="tx1">
                    <a:tint val="82000"/>
                  </a:schemeClr>
                </a:solidFill>
              </a:defRPr>
            </a:lvl7pPr>
            <a:lvl8pPr marL="11339657" indent="0">
              <a:buNone/>
              <a:defRPr sz="5669">
                <a:solidFill>
                  <a:schemeClr val="tx1">
                    <a:tint val="82000"/>
                  </a:schemeClr>
                </a:solidFill>
              </a:defRPr>
            </a:lvl8pPr>
            <a:lvl9pPr marL="12959608" indent="0">
              <a:buNone/>
              <a:defRPr sz="5669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8CC9A-6EF8-4CC1-99DE-9957FB4ED3A6}" type="datetimeFigureOut">
              <a:rPr lang="es-MX" smtClean="0"/>
              <a:t>05/03/2026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80BF9-F426-49F0-850A-28B43F6EB11F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0584155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27451" y="11500170"/>
            <a:ext cx="13769697" cy="2741040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402140" y="11500170"/>
            <a:ext cx="13769697" cy="2741040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8CC9A-6EF8-4CC1-99DE-9957FB4ED3A6}" type="datetimeFigureOut">
              <a:rPr lang="es-MX" smtClean="0"/>
              <a:t>05/03/2026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80BF9-F426-49F0-850A-28B43F6EB11F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5393826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671" y="2300044"/>
            <a:ext cx="27944386" cy="8350126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675" y="10590160"/>
            <a:ext cx="13706415" cy="5190073"/>
          </a:xfrm>
        </p:spPr>
        <p:txBody>
          <a:bodyPr anchor="b"/>
          <a:lstStyle>
            <a:lvl1pPr marL="0" indent="0">
              <a:buNone/>
              <a:defRPr sz="8504" b="1"/>
            </a:lvl1pPr>
            <a:lvl2pPr marL="1619951" indent="0">
              <a:buNone/>
              <a:defRPr sz="7086" b="1"/>
            </a:lvl2pPr>
            <a:lvl3pPr marL="3239902" indent="0">
              <a:buNone/>
              <a:defRPr sz="6378" b="1"/>
            </a:lvl3pPr>
            <a:lvl4pPr marL="4859853" indent="0">
              <a:buNone/>
              <a:defRPr sz="5669" b="1"/>
            </a:lvl4pPr>
            <a:lvl5pPr marL="6479804" indent="0">
              <a:buNone/>
              <a:defRPr sz="5669" b="1"/>
            </a:lvl5pPr>
            <a:lvl6pPr marL="8099755" indent="0">
              <a:buNone/>
              <a:defRPr sz="5669" b="1"/>
            </a:lvl6pPr>
            <a:lvl7pPr marL="9719706" indent="0">
              <a:buNone/>
              <a:defRPr sz="5669" b="1"/>
            </a:lvl7pPr>
            <a:lvl8pPr marL="11339657" indent="0">
              <a:buNone/>
              <a:defRPr sz="5669" b="1"/>
            </a:lvl8pPr>
            <a:lvl9pPr marL="12959608" indent="0">
              <a:buNone/>
              <a:defRPr sz="5669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31675" y="15780233"/>
            <a:ext cx="13706415" cy="23210346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402142" y="10590160"/>
            <a:ext cx="13773917" cy="5190073"/>
          </a:xfrm>
        </p:spPr>
        <p:txBody>
          <a:bodyPr anchor="b"/>
          <a:lstStyle>
            <a:lvl1pPr marL="0" indent="0">
              <a:buNone/>
              <a:defRPr sz="8504" b="1"/>
            </a:lvl1pPr>
            <a:lvl2pPr marL="1619951" indent="0">
              <a:buNone/>
              <a:defRPr sz="7086" b="1"/>
            </a:lvl2pPr>
            <a:lvl3pPr marL="3239902" indent="0">
              <a:buNone/>
              <a:defRPr sz="6378" b="1"/>
            </a:lvl3pPr>
            <a:lvl4pPr marL="4859853" indent="0">
              <a:buNone/>
              <a:defRPr sz="5669" b="1"/>
            </a:lvl4pPr>
            <a:lvl5pPr marL="6479804" indent="0">
              <a:buNone/>
              <a:defRPr sz="5669" b="1"/>
            </a:lvl5pPr>
            <a:lvl6pPr marL="8099755" indent="0">
              <a:buNone/>
              <a:defRPr sz="5669" b="1"/>
            </a:lvl6pPr>
            <a:lvl7pPr marL="9719706" indent="0">
              <a:buNone/>
              <a:defRPr sz="5669" b="1"/>
            </a:lvl7pPr>
            <a:lvl8pPr marL="11339657" indent="0">
              <a:buNone/>
              <a:defRPr sz="5669" b="1"/>
            </a:lvl8pPr>
            <a:lvl9pPr marL="12959608" indent="0">
              <a:buNone/>
              <a:defRPr sz="5669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402142" y="15780233"/>
            <a:ext cx="13773917" cy="23210346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8CC9A-6EF8-4CC1-99DE-9957FB4ED3A6}" type="datetimeFigureOut">
              <a:rPr lang="es-MX" smtClean="0"/>
              <a:t>05/03/2026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80BF9-F426-49F0-850A-28B43F6EB11F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9975561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8CC9A-6EF8-4CC1-99DE-9957FB4ED3A6}" type="datetimeFigureOut">
              <a:rPr lang="es-MX" smtClean="0"/>
              <a:t>05/03/2026</a:t>
            </a:fld>
            <a:endParaRPr lang="es-MX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80BF9-F426-49F0-850A-28B43F6EB11F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3317250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8CC9A-6EF8-4CC1-99DE-9957FB4ED3A6}" type="datetimeFigureOut">
              <a:rPr lang="es-MX" smtClean="0"/>
              <a:t>05/03/2026</a:t>
            </a:fld>
            <a:endParaRPr lang="es-MX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80BF9-F426-49F0-850A-28B43F6EB11F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6715787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671" y="2880042"/>
            <a:ext cx="10449614" cy="10080149"/>
          </a:xfrm>
        </p:spPr>
        <p:txBody>
          <a:bodyPr anchor="b"/>
          <a:lstStyle>
            <a:lvl1pPr>
              <a:defRPr sz="11338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773917" y="6220102"/>
            <a:ext cx="16402140" cy="30700453"/>
          </a:xfrm>
        </p:spPr>
        <p:txBody>
          <a:bodyPr/>
          <a:lstStyle>
            <a:lvl1pPr>
              <a:defRPr sz="11338"/>
            </a:lvl1pPr>
            <a:lvl2pPr>
              <a:defRPr sz="9921"/>
            </a:lvl2pPr>
            <a:lvl3pPr>
              <a:defRPr sz="8504"/>
            </a:lvl3pPr>
            <a:lvl4pPr>
              <a:defRPr sz="7086"/>
            </a:lvl4pPr>
            <a:lvl5pPr>
              <a:defRPr sz="7086"/>
            </a:lvl5pPr>
            <a:lvl6pPr>
              <a:defRPr sz="7086"/>
            </a:lvl6pPr>
            <a:lvl7pPr>
              <a:defRPr sz="7086"/>
            </a:lvl7pPr>
            <a:lvl8pPr>
              <a:defRPr sz="7086"/>
            </a:lvl8pPr>
            <a:lvl9pPr>
              <a:defRPr sz="7086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31671" y="12960191"/>
            <a:ext cx="10449614" cy="24010358"/>
          </a:xfrm>
        </p:spPr>
        <p:txBody>
          <a:bodyPr/>
          <a:lstStyle>
            <a:lvl1pPr marL="0" indent="0">
              <a:buNone/>
              <a:defRPr sz="5669"/>
            </a:lvl1pPr>
            <a:lvl2pPr marL="1619951" indent="0">
              <a:buNone/>
              <a:defRPr sz="4960"/>
            </a:lvl2pPr>
            <a:lvl3pPr marL="3239902" indent="0">
              <a:buNone/>
              <a:defRPr sz="4252"/>
            </a:lvl3pPr>
            <a:lvl4pPr marL="4859853" indent="0">
              <a:buNone/>
              <a:defRPr sz="3543"/>
            </a:lvl4pPr>
            <a:lvl5pPr marL="6479804" indent="0">
              <a:buNone/>
              <a:defRPr sz="3543"/>
            </a:lvl5pPr>
            <a:lvl6pPr marL="8099755" indent="0">
              <a:buNone/>
              <a:defRPr sz="3543"/>
            </a:lvl6pPr>
            <a:lvl7pPr marL="9719706" indent="0">
              <a:buNone/>
              <a:defRPr sz="3543"/>
            </a:lvl7pPr>
            <a:lvl8pPr marL="11339657" indent="0">
              <a:buNone/>
              <a:defRPr sz="3543"/>
            </a:lvl8pPr>
            <a:lvl9pPr marL="12959608" indent="0">
              <a:buNone/>
              <a:defRPr sz="3543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8CC9A-6EF8-4CC1-99DE-9957FB4ED3A6}" type="datetimeFigureOut">
              <a:rPr lang="es-MX" smtClean="0"/>
              <a:t>05/03/2026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80BF9-F426-49F0-850A-28B43F6EB11F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953631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671" y="2880042"/>
            <a:ext cx="10449614" cy="10080149"/>
          </a:xfrm>
        </p:spPr>
        <p:txBody>
          <a:bodyPr anchor="b"/>
          <a:lstStyle>
            <a:lvl1pPr>
              <a:defRPr sz="11338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73917" y="6220102"/>
            <a:ext cx="16402140" cy="30700453"/>
          </a:xfrm>
        </p:spPr>
        <p:txBody>
          <a:bodyPr anchor="t"/>
          <a:lstStyle>
            <a:lvl1pPr marL="0" indent="0">
              <a:buNone/>
              <a:defRPr sz="11338"/>
            </a:lvl1pPr>
            <a:lvl2pPr marL="1619951" indent="0">
              <a:buNone/>
              <a:defRPr sz="9921"/>
            </a:lvl2pPr>
            <a:lvl3pPr marL="3239902" indent="0">
              <a:buNone/>
              <a:defRPr sz="8504"/>
            </a:lvl3pPr>
            <a:lvl4pPr marL="4859853" indent="0">
              <a:buNone/>
              <a:defRPr sz="7086"/>
            </a:lvl4pPr>
            <a:lvl5pPr marL="6479804" indent="0">
              <a:buNone/>
              <a:defRPr sz="7086"/>
            </a:lvl5pPr>
            <a:lvl6pPr marL="8099755" indent="0">
              <a:buNone/>
              <a:defRPr sz="7086"/>
            </a:lvl6pPr>
            <a:lvl7pPr marL="9719706" indent="0">
              <a:buNone/>
              <a:defRPr sz="7086"/>
            </a:lvl7pPr>
            <a:lvl8pPr marL="11339657" indent="0">
              <a:buNone/>
              <a:defRPr sz="7086"/>
            </a:lvl8pPr>
            <a:lvl9pPr marL="12959608" indent="0">
              <a:buNone/>
              <a:defRPr sz="7086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31671" y="12960191"/>
            <a:ext cx="10449614" cy="24010358"/>
          </a:xfrm>
        </p:spPr>
        <p:txBody>
          <a:bodyPr/>
          <a:lstStyle>
            <a:lvl1pPr marL="0" indent="0">
              <a:buNone/>
              <a:defRPr sz="5669"/>
            </a:lvl1pPr>
            <a:lvl2pPr marL="1619951" indent="0">
              <a:buNone/>
              <a:defRPr sz="4960"/>
            </a:lvl2pPr>
            <a:lvl3pPr marL="3239902" indent="0">
              <a:buNone/>
              <a:defRPr sz="4252"/>
            </a:lvl3pPr>
            <a:lvl4pPr marL="4859853" indent="0">
              <a:buNone/>
              <a:defRPr sz="3543"/>
            </a:lvl4pPr>
            <a:lvl5pPr marL="6479804" indent="0">
              <a:buNone/>
              <a:defRPr sz="3543"/>
            </a:lvl5pPr>
            <a:lvl6pPr marL="8099755" indent="0">
              <a:buNone/>
              <a:defRPr sz="3543"/>
            </a:lvl6pPr>
            <a:lvl7pPr marL="9719706" indent="0">
              <a:buNone/>
              <a:defRPr sz="3543"/>
            </a:lvl7pPr>
            <a:lvl8pPr marL="11339657" indent="0">
              <a:buNone/>
              <a:defRPr sz="3543"/>
            </a:lvl8pPr>
            <a:lvl9pPr marL="12959608" indent="0">
              <a:buNone/>
              <a:defRPr sz="3543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8CC9A-6EF8-4CC1-99DE-9957FB4ED3A6}" type="datetimeFigureOut">
              <a:rPr lang="es-MX" smtClean="0"/>
              <a:t>05/03/2026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80BF9-F426-49F0-850A-28B43F6EB11F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96362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8CC9A-6EF8-4CC1-99DE-9957FB4ED3A6}" type="datetimeFigureOut">
              <a:rPr lang="es-MX" smtClean="0"/>
              <a:t>05/03/2026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80BF9-F426-49F0-850A-28B43F6EB11F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5703484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3185742" y="2300034"/>
            <a:ext cx="6986096" cy="36610544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27453" y="2300034"/>
            <a:ext cx="20553298" cy="36610544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8CC9A-6EF8-4CC1-99DE-9957FB4ED3A6}" type="datetimeFigureOut">
              <a:rPr lang="es-MX" smtClean="0"/>
              <a:t>05/03/2026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80BF9-F426-49F0-850A-28B43F6EB11F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442942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27451" y="2300044"/>
            <a:ext cx="27944386" cy="8350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27451" y="11500170"/>
            <a:ext cx="27944386" cy="274104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227451" y="40040601"/>
            <a:ext cx="7289840" cy="23000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25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498CC9A-6EF8-4CC1-99DE-9957FB4ED3A6}" type="datetimeFigureOut">
              <a:rPr lang="es-MX" smtClean="0"/>
              <a:t>05/03/2026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732264" y="40040601"/>
            <a:ext cx="10934760" cy="23000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25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2881997" y="40040601"/>
            <a:ext cx="7289840" cy="23000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25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480BF9-F426-49F0-850A-28B43F6EB11F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9792011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3239902" rtl="0" eaLnBrk="1" latinLnBrk="0" hangingPunct="1">
        <a:lnSpc>
          <a:spcPct val="90000"/>
        </a:lnSpc>
        <a:spcBef>
          <a:spcPct val="0"/>
        </a:spcBef>
        <a:buNone/>
        <a:defRPr sz="155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809976" indent="-809976" algn="l" defTabSz="3239902" rtl="0" eaLnBrk="1" latinLnBrk="0" hangingPunct="1">
        <a:lnSpc>
          <a:spcPct val="90000"/>
        </a:lnSpc>
        <a:spcBef>
          <a:spcPts val="3543"/>
        </a:spcBef>
        <a:buFont typeface="Arial" panose="020B0604020202020204" pitchFamily="34" charset="0"/>
        <a:buChar char="•"/>
        <a:defRPr sz="9921" kern="1200">
          <a:solidFill>
            <a:schemeClr val="tx1"/>
          </a:solidFill>
          <a:latin typeface="+mn-lt"/>
          <a:ea typeface="+mn-ea"/>
          <a:cs typeface="+mn-cs"/>
        </a:defRPr>
      </a:lvl1pPr>
      <a:lvl2pPr marL="2429927" indent="-809976" algn="l" defTabSz="3239902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8504" kern="1200">
          <a:solidFill>
            <a:schemeClr val="tx1"/>
          </a:solidFill>
          <a:latin typeface="+mn-lt"/>
          <a:ea typeface="+mn-ea"/>
          <a:cs typeface="+mn-cs"/>
        </a:defRPr>
      </a:lvl2pPr>
      <a:lvl3pPr marL="4049878" indent="-809976" algn="l" defTabSz="3239902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7086" kern="1200">
          <a:solidFill>
            <a:schemeClr val="tx1"/>
          </a:solidFill>
          <a:latin typeface="+mn-lt"/>
          <a:ea typeface="+mn-ea"/>
          <a:cs typeface="+mn-cs"/>
        </a:defRPr>
      </a:lvl3pPr>
      <a:lvl4pPr marL="5669829" indent="-809976" algn="l" defTabSz="3239902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6378" kern="1200">
          <a:solidFill>
            <a:schemeClr val="tx1"/>
          </a:solidFill>
          <a:latin typeface="+mn-lt"/>
          <a:ea typeface="+mn-ea"/>
          <a:cs typeface="+mn-cs"/>
        </a:defRPr>
      </a:lvl4pPr>
      <a:lvl5pPr marL="7289780" indent="-809976" algn="l" defTabSz="3239902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6378" kern="1200">
          <a:solidFill>
            <a:schemeClr val="tx1"/>
          </a:solidFill>
          <a:latin typeface="+mn-lt"/>
          <a:ea typeface="+mn-ea"/>
          <a:cs typeface="+mn-cs"/>
        </a:defRPr>
      </a:lvl5pPr>
      <a:lvl6pPr marL="8909731" indent="-809976" algn="l" defTabSz="3239902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6378" kern="1200">
          <a:solidFill>
            <a:schemeClr val="tx1"/>
          </a:solidFill>
          <a:latin typeface="+mn-lt"/>
          <a:ea typeface="+mn-ea"/>
          <a:cs typeface="+mn-cs"/>
        </a:defRPr>
      </a:lvl6pPr>
      <a:lvl7pPr marL="10529682" indent="-809976" algn="l" defTabSz="3239902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6378" kern="1200">
          <a:solidFill>
            <a:schemeClr val="tx1"/>
          </a:solidFill>
          <a:latin typeface="+mn-lt"/>
          <a:ea typeface="+mn-ea"/>
          <a:cs typeface="+mn-cs"/>
        </a:defRPr>
      </a:lvl7pPr>
      <a:lvl8pPr marL="12149633" indent="-809976" algn="l" defTabSz="3239902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6378" kern="1200">
          <a:solidFill>
            <a:schemeClr val="tx1"/>
          </a:solidFill>
          <a:latin typeface="+mn-lt"/>
          <a:ea typeface="+mn-ea"/>
          <a:cs typeface="+mn-cs"/>
        </a:defRPr>
      </a:lvl8pPr>
      <a:lvl9pPr marL="13769584" indent="-809976" algn="l" defTabSz="3239902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637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1pPr>
      <a:lvl2pPr marL="1619951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2pPr>
      <a:lvl3pPr marL="3239902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3pPr>
      <a:lvl4pPr marL="4859853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4pPr>
      <a:lvl5pPr marL="6479804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5pPr>
      <a:lvl6pPr marL="8099755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6pPr>
      <a:lvl7pPr marL="9719706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7pPr>
      <a:lvl8pPr marL="11339657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8pPr>
      <a:lvl9pPr marL="12959608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ejemplo@outlook.com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BEB5F3D3-2D1F-7165-9B1E-F4D0802369B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" y="0"/>
            <a:ext cx="32398955" cy="43200638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BB93C647-D0DB-9B43-1D05-3DCB14FACE17}"/>
              </a:ext>
            </a:extLst>
          </p:cNvPr>
          <p:cNvSpPr txBox="1"/>
          <p:nvPr/>
        </p:nvSpPr>
        <p:spPr>
          <a:xfrm>
            <a:off x="16929032" y="11825966"/>
            <a:ext cx="1371600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sz="3200" dirty="0">
                <a:latin typeface="Arial" panose="020B0604020202020204" pitchFamily="34" charset="0"/>
                <a:cs typeface="Arial" panose="020B0604020202020204" pitchFamily="34" charset="0"/>
              </a:rPr>
              <a:t>Arial 32, justificado. Describir el impacto social de forma clara y las técnicas aplicadas. Citar con números entre corchetes los métodos ya publicados y si fueron modificados, indicando la modificación. Se pueden incluir tablas y figuras, así como las ecuaciones si el autor lo considera oportuno. Las tablas y figuras irán numeradas en orden de aparición, como título las tablas y pie de figuras en las figuras.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8A6F7D9C-AD69-F03E-23B2-96C0D5FAE317}"/>
              </a:ext>
            </a:extLst>
          </p:cNvPr>
          <p:cNvSpPr txBox="1"/>
          <p:nvPr/>
        </p:nvSpPr>
        <p:spPr>
          <a:xfrm>
            <a:off x="1685120" y="18364520"/>
            <a:ext cx="136573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sz="3200" dirty="0">
                <a:latin typeface="Arial" panose="020B0604020202020204" pitchFamily="34" charset="0"/>
                <a:cs typeface="Arial" panose="020B0604020202020204" pitchFamily="34" charset="0"/>
              </a:rPr>
              <a:t>Arial 32, justificado. Describir el objetivo general del trabajo. 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B11B5984-C680-2874-6ED3-451FF921E8D3}"/>
              </a:ext>
            </a:extLst>
          </p:cNvPr>
          <p:cNvSpPr txBox="1"/>
          <p:nvPr/>
        </p:nvSpPr>
        <p:spPr>
          <a:xfrm>
            <a:off x="1685120" y="39864833"/>
            <a:ext cx="254502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sz="2000" dirty="0">
                <a:latin typeface="Arial" panose="020B0604020202020204" pitchFamily="34" charset="0"/>
                <a:cs typeface="Arial" panose="020B0604020202020204" pitchFamily="34" charset="0"/>
              </a:rPr>
              <a:t>Arial 32, justificado. En esta sección poner las referencias.</a:t>
            </a:r>
            <a:endParaRPr lang="es-MX" sz="2000" dirty="0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E2AE4F7C-87D6-8029-BC33-8A8A51F1C715}"/>
              </a:ext>
            </a:extLst>
          </p:cNvPr>
          <p:cNvSpPr/>
          <p:nvPr/>
        </p:nvSpPr>
        <p:spPr>
          <a:xfrm>
            <a:off x="16929032" y="21546368"/>
            <a:ext cx="5737363" cy="7255826"/>
          </a:xfrm>
          <a:prstGeom prst="rect">
            <a:avLst/>
          </a:prstGeom>
          <a:solidFill>
            <a:srgbClr val="B816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419" sz="3200" dirty="0"/>
              <a:t>COLOCAR IMÁGENES</a:t>
            </a:r>
          </a:p>
          <a:p>
            <a:pPr algn="ctr"/>
            <a:r>
              <a:rPr lang="es-419" sz="3200" dirty="0"/>
              <a:t>O GRÁFICOS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2399A0D7-5110-A242-6052-55F5A5A4241B}"/>
              </a:ext>
            </a:extLst>
          </p:cNvPr>
          <p:cNvSpPr/>
          <p:nvPr/>
        </p:nvSpPr>
        <p:spPr>
          <a:xfrm>
            <a:off x="2260738" y="33621970"/>
            <a:ext cx="5982833" cy="3349337"/>
          </a:xfrm>
          <a:prstGeom prst="rect">
            <a:avLst/>
          </a:prstGeom>
          <a:solidFill>
            <a:srgbClr val="B816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419" sz="3200" dirty="0"/>
              <a:t>COLOCAR IMÁGENES</a:t>
            </a:r>
          </a:p>
          <a:p>
            <a:pPr algn="ctr"/>
            <a:r>
              <a:rPr lang="es-419" sz="3200" dirty="0"/>
              <a:t>O GRÁFICOS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08CE8D94-316E-C7A4-A109-176CC9CE193F}"/>
              </a:ext>
            </a:extLst>
          </p:cNvPr>
          <p:cNvSpPr txBox="1"/>
          <p:nvPr/>
        </p:nvSpPr>
        <p:spPr>
          <a:xfrm>
            <a:off x="17027432" y="30772641"/>
            <a:ext cx="1360216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sz="3200" dirty="0">
                <a:latin typeface="Arial" panose="020B0604020202020204" pitchFamily="34" charset="0"/>
                <a:cs typeface="Arial" panose="020B0604020202020204" pitchFamily="34" charset="0"/>
              </a:rPr>
              <a:t>Arial 32, justificado. En esta sección el autor puede agregar observaciones, reflexiones, recomendaciones, sugerencias adicionales y conclusiones relacionadas con el tema tratado en el estudio.</a:t>
            </a:r>
            <a:endParaRPr lang="es-MX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2B0461DB-3EB2-7C1F-4FF3-0C323AB15329}"/>
              </a:ext>
            </a:extLst>
          </p:cNvPr>
          <p:cNvSpPr/>
          <p:nvPr/>
        </p:nvSpPr>
        <p:spPr>
          <a:xfrm>
            <a:off x="2658162" y="5573776"/>
            <a:ext cx="27082963" cy="2172359"/>
          </a:xfrm>
          <a:prstGeom prst="rect">
            <a:avLst/>
          </a:prstGeom>
          <a:ln>
            <a:noFill/>
          </a:ln>
        </p:spPr>
        <p:txBody>
          <a:bodyPr wrap="square" lIns="322549" tIns="161275" rIns="322549" bIns="161275">
            <a:spAutoFit/>
          </a:bodyPr>
          <a:lstStyle/>
          <a:p>
            <a:pPr algn="ctr"/>
            <a:r>
              <a:rPr lang="es-MX" sz="6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Título del trabajo (Arial negrita, tamaño 60, alineación centrada, primera letra mayúscula, resto minúscula, máximo 12 palabras)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88EE9A4-9968-994E-9E80-2A36128A4005}"/>
              </a:ext>
            </a:extLst>
          </p:cNvPr>
          <p:cNvSpPr txBox="1"/>
          <p:nvPr/>
        </p:nvSpPr>
        <p:spPr>
          <a:xfrm>
            <a:off x="2754403" y="7580347"/>
            <a:ext cx="2689048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tabLst>
                <a:tab pos="2493664" algn="ctr"/>
                <a:tab pos="4987327" algn="r"/>
              </a:tabLst>
            </a:pPr>
            <a:r>
              <a:rPr lang="es-ES" sz="4000" b="1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Apellido paterno, AM. N</a:t>
            </a:r>
            <a:r>
              <a:rPr lang="es-ES" sz="4000" baseline="30000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1</a:t>
            </a:r>
            <a:r>
              <a:rPr lang="es-ES" sz="4000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., </a:t>
            </a:r>
            <a:r>
              <a:rPr lang="es-ES" sz="4000" b="1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Apellido paterno, AM. N</a:t>
            </a:r>
            <a:r>
              <a:rPr lang="es-ES" sz="4000" baseline="30000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1</a:t>
            </a:r>
            <a:r>
              <a:rPr lang="es-ES" sz="4000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., </a:t>
            </a:r>
            <a:r>
              <a:rPr lang="es-ES" sz="4000" b="1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Apellido paterno, AM. N</a:t>
            </a:r>
            <a:r>
              <a:rPr lang="es-ES" sz="4000" baseline="30000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1</a:t>
            </a:r>
            <a:r>
              <a:rPr lang="es-ES" sz="4000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* (Arial 40, centrado)  </a:t>
            </a:r>
          </a:p>
          <a:p>
            <a:pPr algn="ctr">
              <a:tabLst>
                <a:tab pos="2493664" algn="ctr"/>
                <a:tab pos="4987327" algn="r"/>
              </a:tabLst>
            </a:pPr>
            <a:r>
              <a:rPr lang="es-ES" sz="4000" baseline="30000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1</a:t>
            </a:r>
            <a:r>
              <a:rPr lang="es-ES" sz="4000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Filiación institucional sin abreviaturas. Ciudad - País. (Arial 40, centrado)</a:t>
            </a:r>
          </a:p>
          <a:p>
            <a:pPr algn="ctr">
              <a:tabLst>
                <a:tab pos="2493664" algn="ctr"/>
                <a:tab pos="4987327" algn="r"/>
              </a:tabLst>
            </a:pPr>
            <a:r>
              <a:rPr lang="es-ES" sz="4000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* Autor de correspondencia: </a:t>
            </a:r>
            <a:r>
              <a:rPr lang="es-ES" sz="4000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  <a:hlinkClick r:id="rId3"/>
              </a:rPr>
              <a:t>ejemplo@outlook.com</a:t>
            </a:r>
            <a:r>
              <a:rPr lang="es-ES" sz="4000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(Arial 40, centrado)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374744B8-C271-0478-06AA-D01D606EF7BA}"/>
              </a:ext>
            </a:extLst>
          </p:cNvPr>
          <p:cNvSpPr txBox="1"/>
          <p:nvPr/>
        </p:nvSpPr>
        <p:spPr>
          <a:xfrm>
            <a:off x="1769689" y="25428964"/>
            <a:ext cx="13742639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ES" sz="3200" dirty="0">
                <a:latin typeface="Arial" panose="020B0604020202020204" pitchFamily="34" charset="0"/>
                <a:cs typeface="Arial" panose="020B0604020202020204" pitchFamily="34" charset="0"/>
              </a:rPr>
              <a:t>Arial 32, justificado. Describir la metodología de forma clara y las técnicas aplicadas. Citar con números entre corchetes los métodos ya publicados y si fueron modificados, indicando la modificación. Se pueden incluir tablas y figuras, así como las ecuaciones si el autor lo considera oportuno. Las tablas y figuras irán numeradas en orden de aparición, como título las tablas y pie de figuras en las figuras.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792FC166-D880-D29E-ECAB-4B5DD73B0029}"/>
              </a:ext>
            </a:extLst>
          </p:cNvPr>
          <p:cNvSpPr/>
          <p:nvPr/>
        </p:nvSpPr>
        <p:spPr>
          <a:xfrm>
            <a:off x="8921188" y="33664138"/>
            <a:ext cx="5982833" cy="3349337"/>
          </a:xfrm>
          <a:prstGeom prst="rect">
            <a:avLst/>
          </a:prstGeom>
          <a:solidFill>
            <a:srgbClr val="B816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419" sz="3200" dirty="0"/>
              <a:t>COLOCAR IMÁGENES</a:t>
            </a:r>
          </a:p>
          <a:p>
            <a:pPr algn="ctr"/>
            <a:r>
              <a:rPr lang="es-419" sz="3200" dirty="0"/>
              <a:t>O GRÁFICOS</a:t>
            </a:r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C3296E2B-E17D-D3A8-1939-626B014684D7}"/>
              </a:ext>
            </a:extLst>
          </p:cNvPr>
          <p:cNvSpPr txBox="1"/>
          <p:nvPr/>
        </p:nvSpPr>
        <p:spPr>
          <a:xfrm>
            <a:off x="22962373" y="20937221"/>
            <a:ext cx="7461486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ES" sz="3200" dirty="0">
                <a:latin typeface="Arial" panose="020B0604020202020204" pitchFamily="34" charset="0"/>
                <a:cs typeface="Arial" panose="020B0604020202020204" pitchFamily="34" charset="0"/>
              </a:rPr>
              <a:t>Arial 32, justificado. Esta sección puede ser expresada en texto o incluir tablas y figuras. Las tablas y figuras deberán ser numeradas en orden de aparición. Se incluye la discusión de los resultados mencionados, También cite con número entre corchetes.</a:t>
            </a:r>
            <a:endParaRPr lang="es-MX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F1B6431D-F306-BFF3-ABF1-5254C44D8727}"/>
              </a:ext>
            </a:extLst>
          </p:cNvPr>
          <p:cNvSpPr/>
          <p:nvPr/>
        </p:nvSpPr>
        <p:spPr>
          <a:xfrm>
            <a:off x="17027432" y="15038798"/>
            <a:ext cx="6333339" cy="3515691"/>
          </a:xfrm>
          <a:prstGeom prst="rect">
            <a:avLst/>
          </a:prstGeom>
          <a:solidFill>
            <a:srgbClr val="B816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419" sz="3200" dirty="0"/>
              <a:t>COLOCAR IMÁGENES</a:t>
            </a:r>
          </a:p>
          <a:p>
            <a:pPr algn="ctr"/>
            <a:r>
              <a:rPr lang="es-419" sz="3200" dirty="0"/>
              <a:t>O GRÁFICOS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0648050A-C6F4-F79D-F611-B678063FA4CF}"/>
              </a:ext>
            </a:extLst>
          </p:cNvPr>
          <p:cNvSpPr txBox="1"/>
          <p:nvPr/>
        </p:nvSpPr>
        <p:spPr>
          <a:xfrm>
            <a:off x="1717578" y="11825966"/>
            <a:ext cx="1374263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ES" sz="3200" dirty="0">
                <a:latin typeface="Arial" panose="020B0604020202020204" pitchFamily="34" charset="0"/>
                <a:cs typeface="Arial" panose="020B0604020202020204" pitchFamily="34" charset="0"/>
              </a:rPr>
              <a:t>Arial 32, justificado. Las medidas del cartel (80 cm de ancho y 110 cm de altura), el diseño del contenido es libre. Se recomiendan para figuras los formatos (JPG, PNG o PDF, con resolución de 300 dpi).</a:t>
            </a:r>
          </a:p>
          <a:p>
            <a:pPr algn="just"/>
            <a:r>
              <a:rPr lang="es-ES" sz="3200" dirty="0">
                <a:latin typeface="Arial" panose="020B0604020202020204" pitchFamily="34" charset="0"/>
                <a:cs typeface="Arial" panose="020B0604020202020204" pitchFamily="34" charset="0"/>
              </a:rPr>
              <a:t>En esta sección debe abordar la introducción, problemática y justificación. Respaldar la información citando referencias con número entre corchetes, por ejemplo [1]. El punto al final de la oración sigue después del corchete [2]. Escriba nada más el número de referencia, por ejemplo, [3]. No escriba “Ref. [3]” o “referencia [3] excepto al inicio de una oración: “La referencia [3] muestra….” . Al final de este apartado definir el objetivo del trabajo.</a:t>
            </a:r>
            <a:endParaRPr lang="es-MX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6969D5B1-351D-F78A-CF97-914B319D243F}"/>
              </a:ext>
            </a:extLst>
          </p:cNvPr>
          <p:cNvSpPr/>
          <p:nvPr/>
        </p:nvSpPr>
        <p:spPr>
          <a:xfrm>
            <a:off x="23828515" y="15025772"/>
            <a:ext cx="6333339" cy="3515691"/>
          </a:xfrm>
          <a:prstGeom prst="rect">
            <a:avLst/>
          </a:prstGeom>
          <a:solidFill>
            <a:srgbClr val="B816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419" sz="3200" dirty="0"/>
              <a:t>COLOCAR IMÁGENES</a:t>
            </a:r>
          </a:p>
          <a:p>
            <a:pPr algn="ctr"/>
            <a:r>
              <a:rPr lang="es-419" sz="3200" dirty="0"/>
              <a:t>O GRÁFICOS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FA4B1A0D-F6EC-6064-6334-CA9DADC9449C}"/>
              </a:ext>
            </a:extLst>
          </p:cNvPr>
          <p:cNvSpPr txBox="1"/>
          <p:nvPr/>
        </p:nvSpPr>
        <p:spPr>
          <a:xfrm>
            <a:off x="17042865" y="35098184"/>
            <a:ext cx="136021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sz="3200" dirty="0">
                <a:latin typeface="Arial" panose="020B0604020202020204" pitchFamily="34" charset="0"/>
                <a:cs typeface="Arial" panose="020B0604020202020204" pitchFamily="34" charset="0"/>
              </a:rPr>
              <a:t>Arial 32, justificado. Fuente de financiamiento de la investigación</a:t>
            </a:r>
            <a:endParaRPr lang="es-MX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177749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e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225</TotalTime>
  <Words>507</Words>
  <Application>Microsoft Office PowerPoint</Application>
  <PresentationFormat>Personalizado</PresentationFormat>
  <Paragraphs>23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Tema de Office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María de Lourdes Aguirre Garcia</dc:creator>
  <cp:lastModifiedBy>María de Lourdes Aguirre Garcia</cp:lastModifiedBy>
  <cp:revision>10</cp:revision>
  <dcterms:created xsi:type="dcterms:W3CDTF">2026-03-03T22:02:02Z</dcterms:created>
  <dcterms:modified xsi:type="dcterms:W3CDTF">2026-03-05T20:11:53Z</dcterms:modified>
</cp:coreProperties>
</file>