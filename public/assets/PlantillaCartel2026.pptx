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133A"/>
    <a:srgbClr val="8D133A"/>
    <a:srgbClr val="BA864A"/>
    <a:srgbClr val="B81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2" autoAdjust="0"/>
    <p:restoredTop sz="94635"/>
  </p:normalViewPr>
  <p:slideViewPr>
    <p:cSldViewPr snapToGrid="0">
      <p:cViewPr>
        <p:scale>
          <a:sx n="92" d="100"/>
          <a:sy n="92" d="100"/>
        </p:scale>
        <p:origin x="-90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6570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533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841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38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755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172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157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536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36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034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29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8CC9A-6EF8-4CC1-99DE-9957FB4ED3A6}" type="datetimeFigureOut">
              <a:rPr lang="es-MX" smtClean="0"/>
              <a:t>04/03/26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80BF9-F426-49F0-850A-28B43F6EB1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20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jemplo@outlook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C7FF9E-C0BA-88D2-F4EA-15ACFD029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" y="207523"/>
            <a:ext cx="32398955" cy="4320063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B93C647-D0DB-9B43-1D05-3DCB14FACE17}"/>
              </a:ext>
            </a:extLst>
          </p:cNvPr>
          <p:cNvSpPr txBox="1"/>
          <p:nvPr/>
        </p:nvSpPr>
        <p:spPr>
          <a:xfrm>
            <a:off x="16929032" y="11825966"/>
            <a:ext cx="13716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Describir el impacto social de forma clara y las técnicas aplicadas. Citar con números entre corchetes los métodos ya publicados y si fueron modificados, indicando la modificación. Se pueden incluir tablas y figuras, así como las ecuaciones si el autor lo considera oportuno. Las tablas y figuras irán numeradas en orden de aparición, como título las tablas y pie de figuras en las figuras.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6F7D9C-AD69-F03E-23B2-96C0D5FAE317}"/>
              </a:ext>
            </a:extLst>
          </p:cNvPr>
          <p:cNvSpPr txBox="1"/>
          <p:nvPr/>
        </p:nvSpPr>
        <p:spPr>
          <a:xfrm>
            <a:off x="1685120" y="18364520"/>
            <a:ext cx="13657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Describir el objetivo general del trabajo.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1B5984-C680-2874-6ED3-451FF921E8D3}"/>
              </a:ext>
            </a:extLst>
          </p:cNvPr>
          <p:cNvSpPr txBox="1"/>
          <p:nvPr/>
        </p:nvSpPr>
        <p:spPr>
          <a:xfrm>
            <a:off x="1685120" y="39864833"/>
            <a:ext cx="25450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En esta sección poner las referencias.</a:t>
            </a:r>
            <a:endParaRPr lang="es-MX" sz="20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2AE4F7C-87D6-8029-BC33-8A8A51F1C715}"/>
              </a:ext>
            </a:extLst>
          </p:cNvPr>
          <p:cNvSpPr/>
          <p:nvPr/>
        </p:nvSpPr>
        <p:spPr>
          <a:xfrm>
            <a:off x="16929032" y="21546368"/>
            <a:ext cx="5737363" cy="7255826"/>
          </a:xfrm>
          <a:prstGeom prst="rect">
            <a:avLst/>
          </a:prstGeom>
          <a:solidFill>
            <a:srgbClr val="B81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dirty="0"/>
              <a:t>COLOCAR IMÁGENES</a:t>
            </a:r>
          </a:p>
          <a:p>
            <a:pPr algn="ctr"/>
            <a:r>
              <a:rPr lang="es-419" sz="3200" dirty="0"/>
              <a:t>O GRÁFICOS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399A0D7-5110-A242-6052-55F5A5A4241B}"/>
              </a:ext>
            </a:extLst>
          </p:cNvPr>
          <p:cNvSpPr/>
          <p:nvPr/>
        </p:nvSpPr>
        <p:spPr>
          <a:xfrm>
            <a:off x="2260738" y="33621970"/>
            <a:ext cx="5982833" cy="3349337"/>
          </a:xfrm>
          <a:prstGeom prst="rect">
            <a:avLst/>
          </a:prstGeom>
          <a:solidFill>
            <a:srgbClr val="B81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dirty="0"/>
              <a:t>COLOCAR IMÁGENES</a:t>
            </a:r>
          </a:p>
          <a:p>
            <a:pPr algn="ctr"/>
            <a:r>
              <a:rPr lang="es-419" sz="3200" dirty="0"/>
              <a:t>O GRÁFICOS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8CE8D94-316E-C7A4-A109-176CC9CE193F}"/>
              </a:ext>
            </a:extLst>
          </p:cNvPr>
          <p:cNvSpPr txBox="1"/>
          <p:nvPr/>
        </p:nvSpPr>
        <p:spPr>
          <a:xfrm>
            <a:off x="17027432" y="30772641"/>
            <a:ext cx="136021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En esta sección el autor puede agregar observaciones, reflexiones, recomendaciones, sugerencias adicionales y conclusiones relacionadas con el tema tratado en el estudio.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B0461DB-3EB2-7C1F-4FF3-0C323AB15329}"/>
              </a:ext>
            </a:extLst>
          </p:cNvPr>
          <p:cNvSpPr/>
          <p:nvPr/>
        </p:nvSpPr>
        <p:spPr>
          <a:xfrm>
            <a:off x="2658162" y="5573776"/>
            <a:ext cx="27082963" cy="2172359"/>
          </a:xfrm>
          <a:prstGeom prst="rect">
            <a:avLst/>
          </a:prstGeom>
          <a:ln>
            <a:noFill/>
          </a:ln>
        </p:spPr>
        <p:txBody>
          <a:bodyPr wrap="square" lIns="322549" tIns="161275" rIns="322549" bIns="161275">
            <a:spAutoFit/>
          </a:bodyPr>
          <a:lstStyle/>
          <a:p>
            <a:pPr algn="ctr"/>
            <a:r>
              <a:rPr lang="es-MX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Título del trabajo (Arial negrita, tamaño 60, alineación centrada, primera letra mayúscula, resto minúscula, máximo 12 palabras)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8EE9A4-9968-994E-9E80-2A36128A4005}"/>
              </a:ext>
            </a:extLst>
          </p:cNvPr>
          <p:cNvSpPr txBox="1"/>
          <p:nvPr/>
        </p:nvSpPr>
        <p:spPr>
          <a:xfrm>
            <a:off x="2754403" y="7580347"/>
            <a:ext cx="26890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2493664" algn="ctr"/>
                <a:tab pos="4987327" algn="r"/>
              </a:tabLst>
            </a:pPr>
            <a:r>
              <a:rPr lang="es-ES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Apellido paterno, AM. N</a:t>
            </a:r>
            <a:r>
              <a:rPr lang="es-ES" sz="4000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., </a:t>
            </a:r>
            <a:r>
              <a:rPr lang="es-ES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Apellido paterno, AM. N</a:t>
            </a:r>
            <a:r>
              <a:rPr lang="es-ES" sz="4000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., </a:t>
            </a:r>
            <a:r>
              <a:rPr lang="es-ES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Apellido paterno, AM. N</a:t>
            </a:r>
            <a:r>
              <a:rPr lang="es-ES" sz="4000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(Arial 40, centrado)  </a:t>
            </a:r>
          </a:p>
          <a:p>
            <a:pPr algn="ctr">
              <a:tabLst>
                <a:tab pos="2493664" algn="ctr"/>
                <a:tab pos="4987327" algn="r"/>
              </a:tabLst>
            </a:pPr>
            <a:r>
              <a:rPr lang="es-ES" sz="4000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Filiación institucional sin abreviaturas. Ciudad - País. (Arial 40, centrado)</a:t>
            </a:r>
          </a:p>
          <a:p>
            <a:pPr algn="ctr">
              <a:tabLst>
                <a:tab pos="2493664" algn="ctr"/>
                <a:tab pos="4987327" algn="r"/>
              </a:tabLst>
            </a:pP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 Autor de correspondencia: 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3"/>
              </a:rPr>
              <a:t>ejemplo@outlook.com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(Arial 40, centrado)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74744B8-C271-0478-06AA-D01D606EF7BA}"/>
              </a:ext>
            </a:extLst>
          </p:cNvPr>
          <p:cNvSpPr txBox="1"/>
          <p:nvPr/>
        </p:nvSpPr>
        <p:spPr>
          <a:xfrm>
            <a:off x="1769689" y="25428964"/>
            <a:ext cx="137426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Describir la metodología de forma clara y las técnicas aplicadas. Citar con números entre corchetes los métodos ya publicados y si fueron modificados, indicando la modificación. Se pueden incluir tablas y figuras, así como las ecuaciones si el autor lo considera oportuno. Las tablas y figuras irán numeradas en orden de aparición, como título las tablas y pie de figuras en las figuras.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92FC166-D880-D29E-ECAB-4B5DD73B0029}"/>
              </a:ext>
            </a:extLst>
          </p:cNvPr>
          <p:cNvSpPr/>
          <p:nvPr/>
        </p:nvSpPr>
        <p:spPr>
          <a:xfrm>
            <a:off x="8921188" y="33664138"/>
            <a:ext cx="5982833" cy="3349337"/>
          </a:xfrm>
          <a:prstGeom prst="rect">
            <a:avLst/>
          </a:prstGeom>
          <a:solidFill>
            <a:srgbClr val="B81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dirty="0"/>
              <a:t>COLOCAR IMÁGENES</a:t>
            </a:r>
          </a:p>
          <a:p>
            <a:pPr algn="ctr"/>
            <a:r>
              <a:rPr lang="es-419" sz="3200" dirty="0"/>
              <a:t>O GRÁFICOS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3296E2B-E17D-D3A8-1939-626B014684D7}"/>
              </a:ext>
            </a:extLst>
          </p:cNvPr>
          <p:cNvSpPr txBox="1"/>
          <p:nvPr/>
        </p:nvSpPr>
        <p:spPr>
          <a:xfrm>
            <a:off x="22962373" y="20937221"/>
            <a:ext cx="746148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Esta sección puede ser expresada en texto o incluir tablas y figuras. Las tablas y figuras deberán ser numeradas en orden de aparición. Se incluye la discusión de los resultados mencionados, También cite con número entre corchetes.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1B6431D-F306-BFF3-ABF1-5254C44D8727}"/>
              </a:ext>
            </a:extLst>
          </p:cNvPr>
          <p:cNvSpPr/>
          <p:nvPr/>
        </p:nvSpPr>
        <p:spPr>
          <a:xfrm>
            <a:off x="17027432" y="15038798"/>
            <a:ext cx="6333339" cy="3515691"/>
          </a:xfrm>
          <a:prstGeom prst="rect">
            <a:avLst/>
          </a:prstGeom>
          <a:solidFill>
            <a:srgbClr val="B81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dirty="0"/>
              <a:t>COLOCAR IMÁGENES</a:t>
            </a:r>
          </a:p>
          <a:p>
            <a:pPr algn="ctr"/>
            <a:r>
              <a:rPr lang="es-419" sz="3200" dirty="0"/>
              <a:t>O GRÁFICOS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648050A-C6F4-F79D-F611-B678063FA4CF}"/>
              </a:ext>
            </a:extLst>
          </p:cNvPr>
          <p:cNvSpPr txBox="1"/>
          <p:nvPr/>
        </p:nvSpPr>
        <p:spPr>
          <a:xfrm>
            <a:off x="1717578" y="11825966"/>
            <a:ext cx="137426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Las medidas del cartel (80 cm de ancho y 110 cm de altura), el diseño del contenido es libre. Se recomiendan para figuras los formatos (JPG, PNG o PDF, con resolución de 300 dpi).</a:t>
            </a:r>
          </a:p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En esta sección debe abordar la introducción, problemática y justificación. Respaldar la información citando referencias con número entre corchetes, por ejemplo [1]. El punto al final de la oración sigue después del corchete [2]. Escriba nada más el número de referencia, por ejemplo, [3]. No escriba “Ref. [3]” o “referencia [3] excepto al inicio de una oración: “La referencia [3] muestra….” . Al final de este apartado definir el objetivo del trabajo.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69D5B1-351D-F78A-CF97-914B319D243F}"/>
              </a:ext>
            </a:extLst>
          </p:cNvPr>
          <p:cNvSpPr/>
          <p:nvPr/>
        </p:nvSpPr>
        <p:spPr>
          <a:xfrm>
            <a:off x="23828515" y="15025772"/>
            <a:ext cx="6333339" cy="3515691"/>
          </a:xfrm>
          <a:prstGeom prst="rect">
            <a:avLst/>
          </a:prstGeom>
          <a:solidFill>
            <a:srgbClr val="B81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3200" dirty="0"/>
              <a:t>COLOCAR IMÁGENES</a:t>
            </a:r>
          </a:p>
          <a:p>
            <a:pPr algn="ctr"/>
            <a:r>
              <a:rPr lang="es-419" sz="3200" dirty="0"/>
              <a:t>O GRÁFICOS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4B1A0D-F6EC-6064-6334-CA9DADC9449C}"/>
              </a:ext>
            </a:extLst>
          </p:cNvPr>
          <p:cNvSpPr txBox="1"/>
          <p:nvPr/>
        </p:nvSpPr>
        <p:spPr>
          <a:xfrm>
            <a:off x="17042865" y="35098184"/>
            <a:ext cx="13602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Arial 32, justificado. Fuente de financiamiento de la investigación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57D3553-3BFD-D84D-63A7-C47B3B4FD095}"/>
              </a:ext>
            </a:extLst>
          </p:cNvPr>
          <p:cNvSpPr txBox="1"/>
          <p:nvPr/>
        </p:nvSpPr>
        <p:spPr>
          <a:xfrm>
            <a:off x="24535766" y="3472437"/>
            <a:ext cx="7200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4800" b="1" dirty="0">
                <a:solidFill>
                  <a:srgbClr val="88133A"/>
                </a:solidFill>
                <a:latin typeface="Bernard MT Condensed" panose="02050806060905020404" pitchFamily="18" charset="77"/>
              </a:rPr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1717774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</TotalTime>
  <Words>508</Words>
  <Application>Microsoft Macintosh PowerPoint</Application>
  <PresentationFormat>Personalizado</PresentationFormat>
  <Paragraphs>24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Bernard MT Condensed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de Lourdes Aguirre Garcia</dc:creator>
  <cp:lastModifiedBy>Aldrich Arath Irisson Aburto</cp:lastModifiedBy>
  <cp:revision>9</cp:revision>
  <dcterms:created xsi:type="dcterms:W3CDTF">2026-03-03T22:02:02Z</dcterms:created>
  <dcterms:modified xsi:type="dcterms:W3CDTF">2026-03-05T00:45:53Z</dcterms:modified>
</cp:coreProperties>
</file>